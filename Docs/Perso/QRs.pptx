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2834A-471F-4235-858D-321DA68AAB74}" v="7" dt="2026-02-20T20:17:30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42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ine Lepesqueux" userId="e60b04fc350039b3" providerId="LiveId" clId="{6F6ED724-97E9-46D1-B99E-6BD924C36871}"/>
    <pc:docChg chg="undo custSel delSld modSld">
      <pc:chgData name="Sandrine Lepesqueux" userId="e60b04fc350039b3" providerId="LiveId" clId="{6F6ED724-97E9-46D1-B99E-6BD924C36871}" dt="2026-02-20T20:19:46.107" v="238" actId="1036"/>
      <pc:docMkLst>
        <pc:docMk/>
      </pc:docMkLst>
      <pc:sldChg chg="addSp delSp modSp mod">
        <pc:chgData name="Sandrine Lepesqueux" userId="e60b04fc350039b3" providerId="LiveId" clId="{6F6ED724-97E9-46D1-B99E-6BD924C36871}" dt="2026-02-20T20:19:46.107" v="238" actId="1036"/>
        <pc:sldMkLst>
          <pc:docMk/>
          <pc:sldMk cId="2852963597" sldId="256"/>
        </pc:sldMkLst>
        <pc:spChg chg="add mod">
          <ac:chgData name="Sandrine Lepesqueux" userId="e60b04fc350039b3" providerId="LiveId" clId="{6F6ED724-97E9-46D1-B99E-6BD924C36871}" dt="2026-02-20T20:19:46.107" v="238" actId="1036"/>
          <ac:spMkLst>
            <pc:docMk/>
            <pc:sldMk cId="2852963597" sldId="256"/>
            <ac:spMk id="10" creationId="{9C63C86F-708B-6CF7-EDDF-76C3C73F09ED}"/>
          </ac:spMkLst>
        </pc:spChg>
        <pc:spChg chg="add mod">
          <ac:chgData name="Sandrine Lepesqueux" userId="e60b04fc350039b3" providerId="LiveId" clId="{6F6ED724-97E9-46D1-B99E-6BD924C36871}" dt="2026-02-20T20:19:46.107" v="238" actId="1036"/>
          <ac:spMkLst>
            <pc:docMk/>
            <pc:sldMk cId="2852963597" sldId="256"/>
            <ac:spMk id="12" creationId="{44AE7FCB-5381-D6CE-E20D-99E4452A03DD}"/>
          </ac:spMkLst>
        </pc:spChg>
        <pc:picChg chg="del">
          <ac:chgData name="Sandrine Lepesqueux" userId="e60b04fc350039b3" providerId="LiveId" clId="{6F6ED724-97E9-46D1-B99E-6BD924C36871}" dt="2026-02-20T19:56:26.180" v="0" actId="478"/>
          <ac:picMkLst>
            <pc:docMk/>
            <pc:sldMk cId="2852963597" sldId="256"/>
            <ac:picMk id="5" creationId="{E68A2C55-D03F-2EAC-F76A-30F7DCF45DC9}"/>
          </ac:picMkLst>
        </pc:picChg>
        <pc:picChg chg="add mod">
          <ac:chgData name="Sandrine Lepesqueux" userId="e60b04fc350039b3" providerId="LiveId" clId="{6F6ED724-97E9-46D1-B99E-6BD924C36871}" dt="2026-02-20T20:19:34.141" v="213" actId="12788"/>
          <ac:picMkLst>
            <pc:docMk/>
            <pc:sldMk cId="2852963597" sldId="256"/>
            <ac:picMk id="8" creationId="{88F51B5D-8BA6-EC5A-523C-BB64ADB84793}"/>
          </ac:picMkLst>
        </pc:picChg>
        <pc:picChg chg="add mod">
          <ac:chgData name="Sandrine Lepesqueux" userId="e60b04fc350039b3" providerId="LiveId" clId="{6F6ED724-97E9-46D1-B99E-6BD924C36871}" dt="2026-02-20T20:18:47.139" v="207" actId="1037"/>
          <ac:picMkLst>
            <pc:docMk/>
            <pc:sldMk cId="2852963597" sldId="256"/>
            <ac:picMk id="11" creationId="{5C44559F-0D41-2476-E89A-7F349BB0D3F1}"/>
          </ac:picMkLst>
        </pc:picChg>
      </pc:sldChg>
      <pc:sldChg chg="addSp delSp modSp del mod setBg">
        <pc:chgData name="Sandrine Lepesqueux" userId="e60b04fc350039b3" providerId="LiveId" clId="{6F6ED724-97E9-46D1-B99E-6BD924C36871}" dt="2026-02-20T20:15:51.551" v="81" actId="47"/>
        <pc:sldMkLst>
          <pc:docMk/>
          <pc:sldMk cId="1077871531" sldId="257"/>
        </pc:sldMkLst>
        <pc:spChg chg="add mod">
          <ac:chgData name="Sandrine Lepesqueux" userId="e60b04fc350039b3" providerId="LiveId" clId="{6F6ED724-97E9-46D1-B99E-6BD924C36871}" dt="2026-02-20T20:13:52.657" v="30" actId="1076"/>
          <ac:spMkLst>
            <pc:docMk/>
            <pc:sldMk cId="1077871531" sldId="257"/>
            <ac:spMk id="6" creationId="{A159B38C-E80E-1A69-AD1F-1BDAF5E0CE95}"/>
          </ac:spMkLst>
        </pc:spChg>
        <pc:picChg chg="del">
          <ac:chgData name="Sandrine Lepesqueux" userId="e60b04fc350039b3" providerId="LiveId" clId="{6F6ED724-97E9-46D1-B99E-6BD924C36871}" dt="2026-02-20T19:56:27.486" v="1" actId="478"/>
          <ac:picMkLst>
            <pc:docMk/>
            <pc:sldMk cId="1077871531" sldId="257"/>
            <ac:picMk id="2" creationId="{4290ABE1-0CC3-0571-C987-B1B84873DF48}"/>
          </ac:picMkLst>
        </pc:picChg>
        <pc:picChg chg="add del mod">
          <ac:chgData name="Sandrine Lepesqueux" userId="e60b04fc350039b3" providerId="LiveId" clId="{6F6ED724-97E9-46D1-B99E-6BD924C36871}" dt="2026-02-20T20:14:30.234" v="34" actId="21"/>
          <ac:picMkLst>
            <pc:docMk/>
            <pc:sldMk cId="1077871531" sldId="257"/>
            <ac:picMk id="4" creationId="{5C44559F-0D41-2476-E89A-7F349BB0D3F1}"/>
          </ac:picMkLst>
        </pc:picChg>
        <pc:cxnChg chg="add del">
          <ac:chgData name="Sandrine Lepesqueux" userId="e60b04fc350039b3" providerId="LiveId" clId="{6F6ED724-97E9-46D1-B99E-6BD924C36871}" dt="2026-02-20T19:56:50.941" v="9" actId="26606"/>
          <ac:cxnSpMkLst>
            <pc:docMk/>
            <pc:sldMk cId="1077871531" sldId="257"/>
            <ac:cxnSpMk id="9" creationId="{22F6364A-B358-4BEE-B158-0734D2C938D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5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3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4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5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6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0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2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5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8D8F2-3744-4D41-8893-930413DF3A79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C69FF-64D3-429C-B902-BFB8AFF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2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depicts a QR code, a two-dimensional barcode that can be scanned by a smartphone to provide additional information or direct to a website.&#10;&#10;AI-generated content may be incorrect.">
            <a:extLst>
              <a:ext uri="{FF2B5EF4-FFF2-40B4-BE49-F238E27FC236}">
                <a16:creationId xmlns:a16="http://schemas.microsoft.com/office/drawing/2014/main" id="{88F51B5D-8BA6-EC5A-523C-BB64ADB84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319" y="2966142"/>
            <a:ext cx="2912604" cy="29126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63C86F-708B-6CF7-EDDF-76C3C73F09ED}"/>
              </a:ext>
            </a:extLst>
          </p:cNvPr>
          <p:cNvSpPr txBox="1"/>
          <p:nvPr/>
        </p:nvSpPr>
        <p:spPr>
          <a:xfrm>
            <a:off x="975043" y="1549731"/>
            <a:ext cx="36731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SCAN TO EXPLORE A FRONT-END UX CONCEPT</a:t>
            </a:r>
          </a:p>
        </p:txBody>
      </p:sp>
      <p:pic>
        <p:nvPicPr>
          <p:cNvPr id="11" name="Picture 10" descr="The image shows a QR code, which is a two-dimensional barcode that can be scanned by a smartphone to access specific content or services.&#10;&#10;AI-generated content may be incorrect.">
            <a:extLst>
              <a:ext uri="{FF2B5EF4-FFF2-40B4-BE49-F238E27FC236}">
                <a16:creationId xmlns:a16="http://schemas.microsoft.com/office/drawing/2014/main" id="{5C44559F-0D41-2476-E89A-7F349BB0D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006" y="2966142"/>
            <a:ext cx="2912604" cy="29126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AE7FCB-5381-D6CE-E20D-99E4452A03DD}"/>
              </a:ext>
            </a:extLst>
          </p:cNvPr>
          <p:cNvSpPr txBox="1"/>
          <p:nvPr/>
        </p:nvSpPr>
        <p:spPr>
          <a:xfrm>
            <a:off x="5332730" y="1588884"/>
            <a:ext cx="367315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SCAN TO GIVE </a:t>
            </a:r>
          </a:p>
          <a:p>
            <a:pPr algn="ctr">
              <a:spcAft>
                <a:spcPts val="1800"/>
              </a:spcAft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60-SECOND FEEDBACK</a:t>
            </a:r>
          </a:p>
          <a:p>
            <a:pPr algn="ctr"/>
            <a:r>
              <a:rPr lang="en-US" sz="1600" dirty="0"/>
              <a:t>Thank you for helping improve </a:t>
            </a:r>
            <a:r>
              <a:rPr lang="en-US" sz="1600" dirty="0" err="1"/>
              <a:t>Cognitra</a:t>
            </a:r>
            <a:r>
              <a:rPr lang="en-US" dirty="0"/>
              <a:t>.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96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19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Sandrine Lepesqueux</dc:creator>
  <cp:lastModifiedBy>Sandrine Lepesqueux</cp:lastModifiedBy>
  <cp:revision>1</cp:revision>
  <cp:lastPrinted>2026-02-20T19:38:50Z</cp:lastPrinted>
  <dcterms:created xsi:type="dcterms:W3CDTF">2026-02-20T19:30:45Z</dcterms:created>
  <dcterms:modified xsi:type="dcterms:W3CDTF">2026-02-20T20:19:51Z</dcterms:modified>
</cp:coreProperties>
</file>