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750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4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52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3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4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5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64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0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75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2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5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27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gnitra is an AI system that structures, validates, and synthesizes information from documents into traceable, governance-ready executive briefs, with distinct layers for fact extraction, deterministic postprocessing, and human review.&#10;&#10;AI-generated content may be incorrect.">
            <a:extLst>
              <a:ext uri="{FF2B5EF4-FFF2-40B4-BE49-F238E27FC236}">
                <a16:creationId xmlns:a16="http://schemas.microsoft.com/office/drawing/2014/main" id="{E68A2C55-D03F-2EAC-F76A-30F7DCF45D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345"/>
          <a:stretch>
            <a:fillRect/>
          </a:stretch>
        </p:blipFill>
        <p:spPr>
          <a:xfrm>
            <a:off x="141957" y="338773"/>
            <a:ext cx="9774486" cy="688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6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gnitra is an AI system that structures, validates, and synthesizes information from documents into traceable, governance-ready executive briefs, with distinct layers for fact extraction, deterministic postprocessing, and human review.&#10;&#10;AI-generated content may be incorrect.">
            <a:extLst>
              <a:ext uri="{FF2B5EF4-FFF2-40B4-BE49-F238E27FC236}">
                <a16:creationId xmlns:a16="http://schemas.microsoft.com/office/drawing/2014/main" id="{4290ABE1-0CC3-0571-C987-B1B84873D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655"/>
          <a:stretch>
            <a:fillRect/>
          </a:stretch>
        </p:blipFill>
        <p:spPr>
          <a:xfrm>
            <a:off x="141957" y="619124"/>
            <a:ext cx="9774486" cy="2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7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Sandrine Lepesqueux</dc:creator>
  <cp:lastModifiedBy>Sandrine Lepesqueux</cp:lastModifiedBy>
  <cp:revision>1</cp:revision>
  <dcterms:created xsi:type="dcterms:W3CDTF">2026-02-20T19:30:45Z</dcterms:created>
  <dcterms:modified xsi:type="dcterms:W3CDTF">2026-02-20T19:38:18Z</dcterms:modified>
</cp:coreProperties>
</file>